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3ff9c674-989c-acbc-0760-2ae7677dbad2}">
          <p14:sldIdLst>
            <p14:sldId id="256"/>
          </p14:sldIdLst>
        </p14:section>
        <p14:section name="Contenido" id="{7e1910d8-dec7-9318-6ae4-1effcf91045a}">
          <p14:sldIdLst>
            <p14:sldId id="257"/>
            <p14:sldId id="258"/>
            <p14:sldId id="259"/>
          </p14:sldIdLst>
        </p14:section>
        <p14:section name="Cierre" id="{8d758f80-c077-3f1d-0afb-c095b99128a3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Portada: logo a color sobre papel. No cambies el fondo ni la posición del logo.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_TEXTOS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iden/MARCA/Identidad visual/Logo/png/a-logo-horizontal-color-8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2377440" cy="7132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160520"/>
            <a:ext cx="1097280" cy="45720"/>
          </a:xfrm>
          <a:prstGeom prst="rect">
            <a:avLst/>
          </a:prstGeom>
          <a:solidFill>
            <a:srgbClr val="718B58"/>
          </a:solidFill>
          <a:ln/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1828800"/>
            <a:ext cx="74980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Título de la presentación</a:t>
            </a:r>
            <a:endParaRPr lang="en-US" sz="4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48640" y="3108960"/>
            <a:ext cx="74980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Subtítulo · fecha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_TEXTOS">
    <p:bg>
      <p:bgPr>
        <a:solidFill>
          <a:srgbClr val="0B2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AiDEN · Gestión inteligente para viveros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1463040"/>
            <a:ext cx="27432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r>
              <a:rPr lang="en-US" sz="1400" b="1" spc="200" kern="0" dirty="0">
                <a:solidFill>
                  <a:schemeClr val="accent3"/>
                </a:solidFill>
              </a:rPr>
              <a:t>01</a:t>
            </a:r>
            <a:endParaRPr lang="en-US" sz="14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1920240"/>
            <a:ext cx="77724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Título de sección</a:t>
            </a:r>
            <a:endParaRPr lang="en-US" sz="3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AiDEN · Gestión inteligente para viveros</a:t>
            </a:r>
            <a:endParaRPr lang="en-US" sz="900" dirty="0"/>
          </a:p>
        </p:txBody>
      </p:sp>
      <p:pic>
        <p:nvPicPr>
          <p:cNvPr id="3" name="Image 0" descr="/home/claude/aiden/MARCA/Identidad visual/Logo/png/a-logotipo-color-4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4645152"/>
            <a:ext cx="960120" cy="3017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223760" y="47091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605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_TEXTOS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AiDEN · Gestión inteligente para viveros</a:t>
            </a:r>
            <a:endParaRPr lang="en-US" sz="900" dirty="0"/>
          </a:p>
        </p:txBody>
      </p:sp>
      <p:pic>
        <p:nvPicPr>
          <p:cNvPr id="3" name="Image 0" descr="/home/claude/aiden/MARCA/Identidad visual/Logo/png/a-logotipo-color-4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4645152"/>
            <a:ext cx="960120" cy="301752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36576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Título de la diapositiva</a:t>
            </a:r>
            <a:endParaRPr lang="en-US" sz="26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457200" y="1234440"/>
            <a:ext cx="8229600" cy="3200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Contenido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223760" y="47091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605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iden/MARCA/Identidad visual/Logo/png/a-logo-horizontal-color-8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1760" y="1463040"/>
            <a:ext cx="3840480" cy="115214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223760" y="47091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605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182880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Título de la presentación</a:t>
            </a:r>
            <a:endParaRPr lang="en-US" sz="4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31089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Subtítulo o propósito · AAAA-MM-DD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1463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3"/>
                </a:solidFill>
              </a:rPr>
              <a:t>01</a:t>
            </a:r>
            <a:endParaRPr lang="en-US" sz="14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192024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Título de sección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3657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Una idea por diapositiva</a:t>
            </a:r>
            <a:endParaRPr lang="en-US" sz="26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57200" y="123444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El título dice la conclusión, no el tema.</a:t>
            </a:r>
            <a:endParaRPr lang="en-US" sz="15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Máximo cinco viñetas cortas.</a:t>
            </a:r>
            <a:endParaRPr lang="en-US" sz="15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Datos con su fuente: módulo de AiDEN y periodo.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223760" y="47091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605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3657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Indicadores del periodo</a:t>
            </a:r>
            <a:endParaRPr lang="en-US" sz="2600" dirty="0"/>
          </a:p>
        </p:txBody>
      </p:sp>
      <p:sp>
        <p:nvSpPr>
          <p:cNvPr id="3" name="Tarjeta 1"/>
          <p:cNvSpPr/>
          <p:nvPr/>
        </p:nvSpPr>
        <p:spPr>
          <a:xfrm>
            <a:off x="457200" y="1371600"/>
            <a:ext cx="2606040" cy="2011680"/>
          </a:xfrm>
          <a:prstGeom prst="roundRect">
            <a:avLst>
              <a:gd name="adj" fmla="val 5455"/>
            </a:avLst>
          </a:prstGeom>
          <a:solidFill>
            <a:srgbClr val="F7F6F0"/>
          </a:solidFill>
          <a:ln w="12700">
            <a:solidFill>
              <a:srgbClr val="EBE7DB"/>
            </a:solidFill>
            <a:prstDash val="solid"/>
          </a:ln>
        </p:spPr>
      </p:sp>
      <p:sp>
        <p:nvSpPr>
          <p:cNvPr id="4" name="Cifra 1"/>
          <p:cNvSpPr txBox="1"/>
          <p:nvPr/>
        </p:nvSpPr>
        <p:spPr>
          <a:xfrm>
            <a:off x="685800" y="16459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128</a:t>
            </a:r>
            <a:endParaRPr lang="en-US" sz="4000" dirty="0"/>
          </a:p>
        </p:txBody>
      </p:sp>
      <p:sp>
        <p:nvSpPr>
          <p:cNvPr id="5" name="Etiqueta 1"/>
          <p:cNvSpPr txBox="1"/>
          <p:nvPr/>
        </p:nvSpPr>
        <p:spPr>
          <a:xfrm>
            <a:off x="685800" y="2560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Lotes activos</a:t>
            </a:r>
            <a:endParaRPr lang="en-US" sz="1300" dirty="0"/>
          </a:p>
        </p:txBody>
      </p:sp>
      <p:sp>
        <p:nvSpPr>
          <p:cNvPr id="6" name="Tarjeta 2"/>
          <p:cNvSpPr/>
          <p:nvPr/>
        </p:nvSpPr>
        <p:spPr>
          <a:xfrm>
            <a:off x="3246120" y="1371600"/>
            <a:ext cx="2606040" cy="2011680"/>
          </a:xfrm>
          <a:prstGeom prst="roundRect">
            <a:avLst>
              <a:gd name="adj" fmla="val 5455"/>
            </a:avLst>
          </a:prstGeom>
          <a:solidFill>
            <a:srgbClr val="F7F6F0"/>
          </a:solidFill>
          <a:ln w="12700">
            <a:solidFill>
              <a:srgbClr val="EBE7DB"/>
            </a:solidFill>
            <a:prstDash val="solid"/>
          </a:ln>
        </p:spPr>
      </p:sp>
      <p:sp>
        <p:nvSpPr>
          <p:cNvPr id="7" name="Cifra 2"/>
          <p:cNvSpPr txBox="1"/>
          <p:nvPr/>
        </p:nvSpPr>
        <p:spPr>
          <a:xfrm>
            <a:off x="3474720" y="16459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4</a:t>
            </a:r>
            <a:endParaRPr lang="en-US" sz="4000" dirty="0"/>
          </a:p>
        </p:txBody>
      </p:sp>
      <p:sp>
        <p:nvSpPr>
          <p:cNvPr id="8" name="Etiqueta 2"/>
          <p:cNvSpPr txBox="1"/>
          <p:nvPr/>
        </p:nvSpPr>
        <p:spPr>
          <a:xfrm>
            <a:off x="3474720" y="2560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Incidencias abiertas</a:t>
            </a:r>
            <a:endParaRPr lang="en-US" sz="1300" dirty="0"/>
          </a:p>
        </p:txBody>
      </p:sp>
      <p:sp>
        <p:nvSpPr>
          <p:cNvPr id="9" name="Tarjeta 3"/>
          <p:cNvSpPr/>
          <p:nvPr/>
        </p:nvSpPr>
        <p:spPr>
          <a:xfrm>
            <a:off x="6035040" y="1371600"/>
            <a:ext cx="2606040" cy="2011680"/>
          </a:xfrm>
          <a:prstGeom prst="roundRect">
            <a:avLst>
              <a:gd name="adj" fmla="val 5455"/>
            </a:avLst>
          </a:prstGeom>
          <a:solidFill>
            <a:srgbClr val="F7F6F0"/>
          </a:solidFill>
          <a:ln w="12700">
            <a:solidFill>
              <a:srgbClr val="EBE7DB"/>
            </a:solidFill>
            <a:prstDash val="solid"/>
          </a:ln>
        </p:spPr>
      </p:sp>
      <p:sp>
        <p:nvSpPr>
          <p:cNvPr id="10" name="Cifra 3"/>
          <p:cNvSpPr txBox="1"/>
          <p:nvPr/>
        </p:nvSpPr>
        <p:spPr>
          <a:xfrm>
            <a:off x="6263640" y="16459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96 %</a:t>
            </a:r>
            <a:endParaRPr lang="en-US" sz="4000" dirty="0"/>
          </a:p>
        </p:txBody>
      </p:sp>
      <p:sp>
        <p:nvSpPr>
          <p:cNvPr id="11" name="Etiqueta 3"/>
          <p:cNvSpPr txBox="1"/>
          <p:nvPr/>
        </p:nvSpPr>
        <p:spPr>
          <a:xfrm>
            <a:off x="6263640" y="2560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Tareas cumplidas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703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Cifras de ejemplo. Reemplázalas por datos reales con su fuente.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223760" y="47091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605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AiDEN">
  <a:themeElements>
    <a:clrScheme name="AiDEN">
      <a:dk1>
        <a:srgbClr val="12251B"/>
      </a:dk1>
      <a:lt1>
        <a:srgbClr val="FFFDF8"/>
      </a:lt1>
      <a:dk2>
        <a:srgbClr val="0B2B1B"/>
      </a:dk2>
      <a:lt2>
        <a:srgbClr val="F7F6F0"/>
      </a:lt2>
      <a:accent1>
        <a:srgbClr val="0B2B1B"/>
      </a:accent1>
      <a:accent2>
        <a:srgbClr val="718B58"/>
      </a:accent2>
      <a:accent3>
        <a:srgbClr val="D9EA73"/>
      </a:accent3>
      <a:accent4>
        <a:srgbClr val="176B45"/>
      </a:accent4>
      <a:accent5>
        <a:srgbClr val="EBE7DB"/>
      </a:accent5>
      <a:accent6>
        <a:srgbClr val="526057"/>
      </a:accent6>
      <a:hlink>
        <a:srgbClr val="176B45"/>
      </a:hlink>
      <a:folHlink>
        <a:srgbClr val="718B58"/>
      </a:folHlink>
    </a:clrScheme>
    <a:fontScheme name="AiDEN">
      <a:majorFont>
        <a:latin typeface="Nunito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AiDEN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 de presentación AiDEN</dc:title>
  <dc:subject>PptxGenJS Presentation</dc:subject>
  <dc:creator>PptxGenJS</dc:creator>
  <cp:lastModifiedBy>PptxGenJS</cp:lastModifiedBy>
  <cp:revision>1</cp:revision>
  <dcterms:created xsi:type="dcterms:W3CDTF">2026-10-05T18:55:28Z</dcterms:created>
  <dcterms:modified xsi:type="dcterms:W3CDTF">2026-10-05T18:55:28Z</dcterms:modified>
</cp:coreProperties>
</file>